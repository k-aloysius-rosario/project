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9" r:id="rId12"/>
    <p:sldId id="270" r:id="rId13"/>
    <p:sldId id="271" r:id="rId14"/>
    <p:sldId id="272" r:id="rId15"/>
    <p:sldId id="273" r:id="rId16"/>
    <p:sldId id="274" r:id="rId17"/>
    <p:sldId id="265" r:id="rId18"/>
    <p:sldId id="266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500" dirty="0">
                <a:latin typeface="Sans Serif Collection" panose="020B0502040504020204" charset="0"/>
                <a:cs typeface="Sans Serif Collection" panose="020B0502040504020204" charset="0"/>
              </a:rPr>
              <a:t>Secure Network Messenger Using ssh for Improved Anonymity</a:t>
            </a:r>
            <a:br>
              <a:rPr lang="en-US" altLang="en-US" dirty="0"/>
            </a:br>
            <a:r>
              <a:rPr lang="en-US" altLang="en-US" sz="2665" b="1" dirty="0">
                <a:latin typeface="Sans Serif Collection" panose="020B0502040504020204" charset="0"/>
                <a:cs typeface="Sans Serif Collection" panose="020B0502040504020204" charset="0"/>
              </a:rPr>
              <a:t>Project Review-1</a:t>
            </a:r>
            <a:r>
              <a:rPr lang="en-US" altLang="en-US" sz="2665" dirty="0"/>
              <a:t> </a:t>
            </a:r>
            <a:endParaRPr lang="en-US" altLang="en-US" sz="2665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3158490"/>
          </a:xfrm>
        </p:spPr>
        <p:txBody>
          <a:bodyPr>
            <a:normAutofit lnSpcReduction="20000"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DEPARTMENT OF CYBER SECURITY</a:t>
            </a:r>
            <a:endParaRPr lang="en-US"/>
          </a:p>
          <a:p>
            <a:r>
              <a:rPr lang="en-US"/>
              <a:t>Aloysius Rosario.K </a:t>
            </a:r>
            <a:r>
              <a:rPr lang="en-US">
                <a:sym typeface="+mn-ea"/>
              </a:rPr>
              <a:t>(6113227711013)</a:t>
            </a:r>
            <a:endParaRPr lang="en-US"/>
          </a:p>
          <a:p>
            <a:r>
              <a:rPr lang="en-US"/>
              <a:t>Aasif Hameed.S      </a:t>
            </a:r>
            <a:r>
              <a:rPr lang="en-US">
                <a:sym typeface="+mn-ea"/>
              </a:rPr>
              <a:t>(6113227711001)</a:t>
            </a:r>
            <a:endParaRPr lang="en-US"/>
          </a:p>
          <a:p>
            <a:r>
              <a:rPr lang="en-US"/>
              <a:t>Anbarasu.P              </a:t>
            </a:r>
            <a:r>
              <a:rPr lang="en-US">
                <a:sym typeface="+mn-ea"/>
              </a:rPr>
              <a:t>(6113227711015)</a:t>
            </a:r>
            <a:endParaRPr lang="en-US"/>
          </a:p>
          <a:p>
            <a:r>
              <a:rPr lang="en-US"/>
              <a:t>Arunkumar.M         (6113227711019)</a:t>
            </a:r>
            <a:endParaRPr lang="en-US"/>
          </a:p>
          <a:p>
            <a:endParaRPr lang="en-US"/>
          </a:p>
          <a:p>
            <a:r>
              <a:rPr lang="en-US"/>
              <a:t>Under the Guidance of</a:t>
            </a:r>
            <a:endParaRPr lang="en-US"/>
          </a:p>
          <a:p>
            <a:r>
              <a:rPr lang="en-US" sz="2500" b="1">
                <a:sym typeface="+mn-ea"/>
              </a:rPr>
              <a:t>Dr.Neelamadheswari</a:t>
            </a:r>
            <a:endParaRPr lang="en-US" sz="25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</a:t>
            </a:r>
            <a:r>
              <a:rPr lang="en-US">
                <a:latin typeface="Sans Serif Collection" panose="020B0502040504020204" charset="0"/>
                <a:cs typeface="Sans Serif Collection" panose="020B0502040504020204" charset="0"/>
              </a:rPr>
              <a:t>        Content Outline</a:t>
            </a:r>
            <a:endParaRPr lang="en-US">
              <a:latin typeface="Sans Serif Collection" panose="020B0502040504020204" charset="0"/>
              <a:cs typeface="Sans Serif Collection" panose="020B050204050402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ABSTRACT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REVIEW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LIST OF MODULES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REQUIREMENTS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				</a:t>
            </a:r>
            <a:r>
              <a:rPr lang="en-US" b="1"/>
              <a:t>ABSTRACT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• This project presents a secure network-based messaging system that uses the Secure Shell (SSH) protocol to protect communication over untrusted networks.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• The system integrates hybrid cryptography using RSA for key exchange and AES-256 for end-to-end message encryption, ensuring confidentiality and data integrity.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• By combining encrypted transport and application-layer security, the proposed solution improves user anonymity and enables secure real-time communication.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           INTRODUCTION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Growing dependence on network-based communication has increased concerns about data privacy and unauthorized access.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Traditional messaging systems are vulnerable to eavesdropping, interception, and identity exposure.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Secure Shell (SSH) provides encrypted communication and authentication over insecure networks.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This project proposes a secure network messenger using SSH with hybrid cryptography to improve confidentiality and user anonymity.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LITERATURE REVIEW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To design and implement a secure network-based messaging system using the SSH protocol.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 ensure confidentiality and integrity of messages through hybrid cryptography using RSA and AES-256.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 provide improved user anonymity by encrypting communication and minimizing data exposure over the network.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 support real-time, multi-client communication with secure authentication and session management.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REVIEW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User Interface Module – Provides a graphical chat interface for user authentication, contact management, and message exchange.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Authentication &amp; Session Management Module – Authenticates users via SSH and manages secure client sessions.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Secure Communication Module – Establishes encrypted SSH tunnels and ensures protected data transmission.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Cryptographic Processing Module – Implements RSA for key exchange and AES-256 for end-to-end message encryption and decryption.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    LITERATURE REVIEW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Authenticates users securely using SSH username and password credentials.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Establishes a trusted and encrypted session between client and server after successful authentication.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Maintains active client sessions and associates each user with a secure communication channel.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Handles session lifecycle events such as user connection, disconnection, and timeout management.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LITERATURE REVIEW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 Establishes encrypted communication channels using the Secure Shell (SSH) protocol.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Protects data transmission against eavesdropping, man-in-the-middle attacks, and packet sniffing.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Ensures confidentiality and integrity of messages during client-server communication.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Provides a secure transport layer over which encrypted messages are exchanged reliably.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                      LITERATURE REVIEW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 Implements RSA for secure exchange of encryption keys between communicating clients.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Uses AES-256 symmetric encryption to protect message content end-to-end.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Ensures message confidentiality, integrity, and resistance to cryptographic attacks.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Integrates with the secure communication layer to provide layered and robust security.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5400" b="1"/>
              <a:t>                    MODULE LIST</a:t>
            </a:r>
            <a:endParaRPr lang="en-US" sz="54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I. Graphical User Interface (GUI)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Collects server IP address and port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Accepts username and password inputs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Displays contacts list and chat window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II. Client Authentication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Validates user credentials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Establishes trusted client identity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Prevents unauthorized access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                    MODULE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III. Secure Transport Layer Module (SSH)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Encrypts all client-server communication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Ensures data confidentiality and integrity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Prevents network-level attacks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IV. RSA Key Exchange &amp; Identity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Exchanges public keys securely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Encrypts AES session keys using RSA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Prevents key interception attacks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                    MODULE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V. AES-256 Message Encryption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Encrypts messages using AES-256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Uses secure modes (GCM/CBC) with IVs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Ensures confidentiality of message content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VI. Message Routing &amp; Delivery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Routes messages to correct clients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Handles unavailable users gracefully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Ensures accurate message delivery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                    MODULE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VII. Contacts Management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Stores unique communication partners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Enables quick chat switching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Synchronizes chat history with contacts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VIII. Message Decryption &amp; Integrity Verification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Decrypts messages using AES-256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Verifies integrity using cryptographic checks (HMAC/GCM)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Prevents message tampering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				MODULE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IX. Multithreading &amp; Asynchronous Communication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Supports multiple simultaneous clients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Enables background message reception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Prevents GUI freezing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X. Server Session Management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Maintains session-channel mapping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Handles client join and disconnect events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➢ Ensures session consistency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				MODULE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XI. Error Handling &amp; System Notification Module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Handles connection and authentication errors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Detects encryption/decryption failures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Displays system notifications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XII. Resource Cleanup &amp; Secure Session Termination Module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Closes SSH channels securely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Clears cryptographic keys from memory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Terminates threads safely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➢ Ensures graceful shutdown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		</a:t>
            </a:r>
            <a:r>
              <a:rPr lang="en-US" b="1"/>
              <a:t>SOFTWARE REQUIRMENTS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en-US" altLang="en-US"/>
              <a:t> Operating System: Windows 10/11 or Linux (Ubuntu 20.04 or higher)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Programming Language: Python 3.8 or higher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Libraries &amp; Frameworks:</a:t>
            </a:r>
            <a:endParaRPr lang="en-US" altLang="en-US"/>
          </a:p>
          <a:p>
            <a:r>
              <a:rPr lang="en-US" altLang="en-US"/>
              <a:t> Paramiko (SSH implementation)</a:t>
            </a:r>
            <a:endParaRPr lang="en-US" altLang="en-US"/>
          </a:p>
          <a:p>
            <a:r>
              <a:rPr lang="en-US" altLang="en-US"/>
              <a:t> Cryptography / PyCryptodome (RSA, AES-256)</a:t>
            </a:r>
            <a:endParaRPr lang="en-US" altLang="en-US"/>
          </a:p>
          <a:p>
            <a:r>
              <a:rPr lang="en-US" altLang="en-US"/>
              <a:t> Tkinter (GUI development)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Development Tools:</a:t>
            </a:r>
            <a:endParaRPr lang="en-US" altLang="en-US"/>
          </a:p>
          <a:p>
            <a:r>
              <a:rPr lang="en-US" altLang="en-US"/>
              <a:t> Visual Studio Code / PyCharm / Any Python IDE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Runtime Environment:</a:t>
            </a:r>
            <a:endParaRPr lang="en-US" altLang="en-US"/>
          </a:p>
          <a:p>
            <a:r>
              <a:rPr lang="en-US" altLang="en-US"/>
              <a:t> Python Runtime with multi-threading support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	</a:t>
            </a:r>
            <a:r>
              <a:rPr lang="en-US" b="1"/>
              <a:t>	HARDWARE REQUIRMENTS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 Processor: Intel / AMD processor (Dual Core 2.0 GHz or higher)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Memory (RAM): Minimum 4 GB (8 GB recommended)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Storage: Minimum 10 GB free disk space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System Architecture: 64-bit system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Input / Output Devices: Keyboard and Display Monitor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				</a:t>
            </a:r>
            <a:r>
              <a:rPr lang="en-US" sz="5000" b="1"/>
              <a:t>CONCLUSION</a:t>
            </a:r>
            <a:endParaRPr lang="en-US" sz="50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The project successfully demonstrates a secure network messenger using SSH to protect communication over untrusted networks.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By integrating RSA for key exchange and AES-256 for message encryption, the system ensures strong confidentiality and data integrity.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use of layered security improves user anonymity and reduces the risk of interception and unauthorized access.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proposed system provides a reliable foundation for secure, real-time communication and can be extended for advanced security features in the future.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6650</Words>
  <Application>WPS Presentation</Application>
  <PresentationFormat>Widescreen</PresentationFormat>
  <Paragraphs>195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Sans Serif Collection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Aloysius Rosario</cp:lastModifiedBy>
  <cp:revision>10</cp:revision>
  <dcterms:created xsi:type="dcterms:W3CDTF">2025-07-23T00:59:00Z</dcterms:created>
  <dcterms:modified xsi:type="dcterms:W3CDTF">2026-01-29T05:58:07Z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3AD7DB84605149FC980202BB78FD186B_13</vt:lpwstr>
  </property>
  <property fmtid="{D5CDD505-2E9C-101B-9397-08002B2CF9AE}" pid="3" name="KSOProductBuildVer">
    <vt:lpwstr>1033-12.2.0.23196</vt:lpwstr>
  </property>
</Properties>
</file>